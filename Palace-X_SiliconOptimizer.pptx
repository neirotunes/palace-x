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PALACE-X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Silicon-Native Vector Search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Topological Reranking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32004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Diach  /  Neirotunes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v0.1.0  |  AGPL-3.0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8188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Rust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4526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48188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4526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48188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4526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48188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R@10 (1-bit)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crates, 3-stage pipeline: Coarse Search  →  Topological Reranking  →  Final Top-K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97480" cy="310896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9748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Coarse 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NSW graph traversal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RaBitQ asymmetric distance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 Hamming (NEON/AVX-512)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Hub-highway entry cache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463040"/>
            <a:ext cx="2697480" cy="310896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463040"/>
            <a:ext cx="269748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645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Topo Reranking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2148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2-hop ego-graph extraction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2651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homology (H₀/H₁)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3154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 number β₁ scoring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36576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d_total = α·d_cos + β·exp(−β₁/|E|)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2697480" cy="310896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463040"/>
            <a:ext cx="269748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645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SiliconOptimizer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148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zero-copy arenas (mmap)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651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P-core affinity pinning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154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prefetch (Markov)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6576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SIMD particle physics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RaBitQ Quantization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Binary Quantization — 32× compression with 54% recall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329184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Pipeline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2004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centroid → residual r = v − 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32004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Normalize: x' = r / ||r||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32004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971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FHT rotation: x_rot = H · x'  (O(D log D))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32004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Sign-bit quantize: x_bar = sign(x_rot)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32004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977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x_bar (D/8 B) + norm, x0 (16 B)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Distance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3776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est_ip = norm / (x0 · √D) · ⟨x_bar, q'⟩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2377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stays unquantized (full f32)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database vectors compressed to 1-bit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200400"/>
            <a:ext cx="3931920" cy="146304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Bug Fix (this sprint)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3657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3 bugs caused 0% recall: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1. Query normalized before rotation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2. Wrong distance coefficient formula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3. MSB/LSB bit-order mismatch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C55E"/>
                </a:solidFill>
              </a:rPr>
              <a:t>Result: 0% → 54% R@10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SIFT-10K  |  128 dimensions  |  10,000 vectors  |  100 queries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731520"/>
                <a:gridCol w="822960"/>
                <a:gridCol w="822960"/>
                <a:gridCol w="9144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L2 (brute)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D×4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RaBitQ 1-bit (brute)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D/8+16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RaBitQ 4-bit (brute)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D/2+16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binary (Hamming)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D/8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NSW L2 (ef=32)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D×4+G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NSW L2 (ef=256)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D×4+G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RaBitQ 1-bit delivers 3.5× better recall than naive binary (54% vs 15.5%) at the same memory footprint (D/8 bytes). NSW graph recall is limited by flat construction — HNSW planned for v0.2.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Study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reranking: d_total = α·d_cosine + β·exp(−β₁/|E|)  |  1000×128d, kNN graph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0" cy="320040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α/β Parameter Sweep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4663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73152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cosine (α=1.0, β=0.0)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α=0.9, β=0.1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α=0.8, β=0.2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α=0.7, β=0.3 (default)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topo (α=0.0, β=1.0)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1371600"/>
            <a:ext cx="3017520" cy="164592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α-RNG Pruning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874520"/>
          <a:ext cx="2651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(strict)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 (default)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(relaxed)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669280" y="3200400"/>
            <a:ext cx="3017520" cy="137160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85216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852160" y="361188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α-pruning is not the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bottleneck. Flat NSW graph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is. HNSW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needed for v0.2.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perfect kNN graph, topo reranking adds noise (100% → 70% at default α=0.7). Real value appears with approximate graphs where β₁ can recover missed structural connections.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SiliconOptimizer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palace-optimizer  |  648 lines  |  Apple Silicon M1–M4 + AVX-512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164592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0" y="1508760"/>
            <a:ext cx="68580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5087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Arena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 zero-copy allocator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128B cache-line aligned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per-frame reset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97480" cy="164592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66360" y="1508760"/>
            <a:ext cx="68580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5087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2044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P-Core Pinning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18288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kernel affinity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Firestorm/Icestorm dispatch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SCHED_FIFO priority 47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697480" cy="164592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1508760"/>
            <a:ext cx="68580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5087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SIMD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18288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distance (VFMAQ)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SoA physics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4-sphere frustum culling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2697480" cy="164592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0" y="3337560"/>
            <a:ext cx="68580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0" y="33375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Prefetch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6576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transition table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 PRFM PLDL1KEEP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L1/L2 warming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200400"/>
            <a:ext cx="2697480" cy="164592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66360" y="3337560"/>
            <a:ext cx="685800" cy="2286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33375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2044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Guard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0440" y="36576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throttling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85°C threshold (5° band)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sensor: placeholder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200400"/>
            <a:ext cx="2697480" cy="164592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0" y="3337560"/>
            <a:ext cx="685800" cy="2286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0" y="33375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GPU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0" y="36576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interpolation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shader skeleton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vectors: TODO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&amp; Quality Gates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Pipeline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7432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test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691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+ macOS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27432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clippy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27432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fmt --check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2697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SIFT-10K recall gate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3200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R@10 ≥ 45%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cargo-tarpaulin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34640" y="3703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build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4206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Tag-triggered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097280"/>
            <a:ext cx="3931920" cy="201168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Process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937760" y="16459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template with recall impact section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checklist: tests, clippy, fmt, unsafe audit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CONTRIBUTING.md with architecture decisions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hook: fmt → clippy → test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291840"/>
            <a:ext cx="3931920" cy="1280160"/>
          </a:xfrm>
          <a:prstGeom prst="rect">
            <a:avLst/>
          </a:prstGeom>
          <a:solidFill>
            <a:srgbClr val="1A23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3776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29200" y="3749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185+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029200" y="4069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63640" y="3749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263640" y="4069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crates tested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98080" y="3749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498080" y="4069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&amp;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24712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RaBitQ 1-bit quantization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31920" y="1051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R@10, 32× compression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4356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FHT random rotation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14356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0" y="14356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O(D log D), deterministic seed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892808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18196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SIMD cosine/Hamming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18196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1819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AArch64 optimized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276856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22037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homology (H₀/H₁)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20370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22037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+ flag complex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660904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25877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arena + P-core pinning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25877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5877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kernel, mmap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044952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+ recall gate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0" y="2971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2971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Actions, 45% threshold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429000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33558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NSW graph search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31920" y="33558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work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3355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recall, flat build issue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" y="3813048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3" name="Text 31"/>
          <p:cNvSpPr/>
          <p:nvPr/>
        </p:nvSpPr>
        <p:spPr>
          <a:xfrm>
            <a:off x="1051560" y="37398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RaBitQ 4-bit multi-plane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931920" y="373989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work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37398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MSB only, same as 1-bit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" y="4197096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1051560" y="41239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GPU compute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931920" y="412394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20640" y="41239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 skeleton only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" y="4581144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1051560" y="45079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sensor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931920" y="45079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20640" y="4507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45°C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 priorities: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hierarchical graph  →  4-bit multi-plane distance  →  SIFT-1M scaling  →  Metal GPU batch search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PALACE-X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Memory Engine for Autonomous AI Agents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32004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github.com/Neirotunes/palace-x-pro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Diach  |  AGPL-3.0  |  April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Palace-X: Silicon-Native Vector Search with Topological Reranking</dc:title>
  <dc:subject>PptxGenJS Presentation</dc:subject>
  <dc:creator>M. Diach</dc:creator>
  <cp:lastModifiedBy>M. Diach</cp:lastModifiedBy>
  <cp:revision>1</cp:revision>
  <dcterms:created xsi:type="dcterms:W3CDTF">2026-04-12T10:29:18Z</dcterms:created>
  <dcterms:modified xsi:type="dcterms:W3CDTF">2026-04-12T10:29:18Z</dcterms:modified>
</cp:coreProperties>
</file>